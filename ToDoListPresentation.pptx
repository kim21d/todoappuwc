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3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96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6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65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4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8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40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33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71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5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79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0228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7702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76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79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68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62DFEE3-EFB3-4FBB-9BA7-A3481D2873D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070985D-488A-4104-B627-8BE490415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7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509B08A-C1EC-478C-86AF-60ADE06D9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D4D22-C221-3C34-574A-4E50E4951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290" y="685800"/>
            <a:ext cx="5370288" cy="46037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b="1" dirty="0" err="1"/>
              <a:t>ToDo</a:t>
            </a:r>
            <a:r>
              <a:rPr lang="en-US" sz="5200" b="1" dirty="0"/>
              <a:t> List Application</a:t>
            </a:r>
            <a:br>
              <a:rPr lang="en-US" sz="5200" b="1" dirty="0"/>
            </a:br>
            <a:r>
              <a:rPr lang="en-US" sz="5200" b="1" dirty="0"/>
              <a:t>for UWC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1CC330-4259-4C32-BF8B-5FE13FFAB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87EDF-B78A-681D-409F-67701FF2F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5651" y="685800"/>
            <a:ext cx="4878959" cy="46037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panose="05040102010807070707" pitchFamily="18" charset="2"/>
              <a:buChar char=""/>
            </a:pPr>
            <a:r>
              <a:rPr lang="en-US" b="1">
                <a:solidFill>
                  <a:schemeClr val="tx1"/>
                </a:solidFill>
              </a:rPr>
              <a:t>Description</a:t>
            </a:r>
            <a:r>
              <a:rPr lang="en-US">
                <a:solidFill>
                  <a:schemeClr val="tx1"/>
                </a:solidFill>
              </a:rPr>
              <a:t>:</a:t>
            </a:r>
          </a:p>
          <a:p>
            <a:pPr marL="1257300" lvl="2" indent="-342900" algn="l"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Application uses Java threads</a:t>
            </a:r>
          </a:p>
          <a:p>
            <a:pPr marL="1257300" lvl="2" indent="-342900" algn="l"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Uses DataBase and FireBase services</a:t>
            </a:r>
          </a:p>
          <a:p>
            <a:pPr marL="1257300" lvl="2" indent="-342900" algn="l"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Uses RecyclerView</a:t>
            </a:r>
          </a:p>
          <a:p>
            <a:pPr lvl="2" algn="l">
              <a:buFont typeface="Wingdings 3" panose="05040102010807070707" pitchFamily="18" charset="2"/>
              <a:buChar char=""/>
            </a:pPr>
            <a:endParaRPr lang="en-US">
              <a:solidFill>
                <a:schemeClr val="tx1"/>
              </a:solidFill>
            </a:endParaRPr>
          </a:p>
          <a:p>
            <a:pPr>
              <a:buFont typeface="Wingdings 3" panose="05040102010807070707" pitchFamily="18" charset="2"/>
              <a:buChar char=""/>
            </a:pPr>
            <a:r>
              <a:rPr lang="en-US" b="1">
                <a:solidFill>
                  <a:schemeClr val="tx1"/>
                </a:solidFill>
              </a:rPr>
              <a:t>Usage</a:t>
            </a:r>
            <a:r>
              <a:rPr lang="en-US">
                <a:solidFill>
                  <a:schemeClr val="tx1"/>
                </a:solidFill>
              </a:rPr>
              <a:t>:</a:t>
            </a:r>
          </a:p>
          <a:p>
            <a:pPr marL="1257300" lvl="2" indent="-342900" algn="l"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Create ToDo tasks with description and due date</a:t>
            </a:r>
          </a:p>
          <a:p>
            <a:pPr marL="1257300" lvl="2" indent="-342900" algn="l"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Edit already existing tasks</a:t>
            </a:r>
          </a:p>
          <a:p>
            <a:pPr marL="1257300" lvl="2" indent="-342900" algn="l"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Delete tasks</a:t>
            </a:r>
          </a:p>
          <a:p>
            <a:pPr marL="1257300" lvl="2" indent="-342900" algn="l"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Mark tasks as done	</a:t>
            </a:r>
          </a:p>
        </p:txBody>
      </p:sp>
    </p:spTree>
    <p:extLst>
      <p:ext uri="{BB962C8B-B14F-4D97-AF65-F5344CB8AC3E}">
        <p14:creationId xmlns:p14="http://schemas.microsoft.com/office/powerpoint/2010/main" val="2765108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phone&#10;&#10;Description automatically generated">
            <a:extLst>
              <a:ext uri="{FF2B5EF4-FFF2-40B4-BE49-F238E27FC236}">
                <a16:creationId xmlns:a16="http://schemas.microsoft.com/office/drawing/2014/main" id="{22CE3669-2E20-103D-184E-FB76427E5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92" y="206313"/>
            <a:ext cx="3018987" cy="6528775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39D7382-9CB2-CAD4-B24C-F9CD98644FA8}"/>
              </a:ext>
            </a:extLst>
          </p:cNvPr>
          <p:cNvSpPr txBox="1">
            <a:spLocks/>
          </p:cNvSpPr>
          <p:nvPr/>
        </p:nvSpPr>
        <p:spPr>
          <a:xfrm>
            <a:off x="3561368" y="206313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Application startup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6FE68-0283-26DA-D6BF-FE5293DE64E0}"/>
              </a:ext>
            </a:extLst>
          </p:cNvPr>
          <p:cNvSpPr txBox="1"/>
          <p:nvPr/>
        </p:nvSpPr>
        <p:spPr>
          <a:xfrm>
            <a:off x="4600575" y="1628775"/>
            <a:ext cx="4509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Application starts with Splash screen</a:t>
            </a:r>
          </a:p>
        </p:txBody>
      </p:sp>
    </p:spTree>
    <p:extLst>
      <p:ext uri="{BB962C8B-B14F-4D97-AF65-F5344CB8AC3E}">
        <p14:creationId xmlns:p14="http://schemas.microsoft.com/office/powerpoint/2010/main" val="1002778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CE3669-2E20-103D-184E-FB76427E5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892" y="206313"/>
            <a:ext cx="3018987" cy="6528775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35F2E2E-E832-5473-3D69-1CDEEF89AEC0}"/>
              </a:ext>
            </a:extLst>
          </p:cNvPr>
          <p:cNvSpPr txBox="1">
            <a:spLocks/>
          </p:cNvSpPr>
          <p:nvPr/>
        </p:nvSpPr>
        <p:spPr>
          <a:xfrm>
            <a:off x="3561368" y="206313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Initial View | Task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99D7D-3957-0347-9C06-15F95E2CF995}"/>
              </a:ext>
            </a:extLst>
          </p:cNvPr>
          <p:cNvSpPr txBox="1"/>
          <p:nvPr/>
        </p:nvSpPr>
        <p:spPr>
          <a:xfrm>
            <a:off x="4600575" y="1628775"/>
            <a:ext cx="59234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On startup all previously created tasks are shown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After creating new task list was updated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Task’s due date and description are shown</a:t>
            </a:r>
          </a:p>
        </p:txBody>
      </p:sp>
    </p:spTree>
    <p:extLst>
      <p:ext uri="{BB962C8B-B14F-4D97-AF65-F5344CB8AC3E}">
        <p14:creationId xmlns:p14="http://schemas.microsoft.com/office/powerpoint/2010/main" val="2296155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CE3669-2E20-103D-184E-FB76427E5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892" y="206313"/>
            <a:ext cx="3018987" cy="6528775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9D0D3F8-081C-B7C0-AEB4-FD746BFE7BA9}"/>
              </a:ext>
            </a:extLst>
          </p:cNvPr>
          <p:cNvSpPr txBox="1">
            <a:spLocks/>
          </p:cNvSpPr>
          <p:nvPr/>
        </p:nvSpPr>
        <p:spPr>
          <a:xfrm>
            <a:off x="3561368" y="206313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Creating new 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4F71C-16ED-455F-ADBB-CF6D77A96DFF}"/>
              </a:ext>
            </a:extLst>
          </p:cNvPr>
          <p:cNvSpPr txBox="1"/>
          <p:nvPr/>
        </p:nvSpPr>
        <p:spPr>
          <a:xfrm>
            <a:off x="4600575" y="1628775"/>
            <a:ext cx="58480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Tasks can be created by clicking on add button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Tasks have 2 properties: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Description(</a:t>
            </a:r>
            <a:r>
              <a:rPr lang="en-US" b="1" dirty="0"/>
              <a:t>Mandatory</a:t>
            </a:r>
            <a:r>
              <a:rPr lang="en-US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Due date(</a:t>
            </a:r>
            <a:r>
              <a:rPr lang="en-US" b="1" dirty="0"/>
              <a:t>Optional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2368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CE3669-2E20-103D-184E-FB76427E5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892" y="206313"/>
            <a:ext cx="3018987" cy="6528775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0A87266-B501-971A-AEF7-078E9BC43445}"/>
              </a:ext>
            </a:extLst>
          </p:cNvPr>
          <p:cNvSpPr txBox="1">
            <a:spLocks/>
          </p:cNvSpPr>
          <p:nvPr/>
        </p:nvSpPr>
        <p:spPr>
          <a:xfrm>
            <a:off x="3561368" y="206313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Marking Task as Done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8146C-6183-7202-F638-ADD8EBA20753}"/>
              </a:ext>
            </a:extLst>
          </p:cNvPr>
          <p:cNvSpPr txBox="1"/>
          <p:nvPr/>
        </p:nvSpPr>
        <p:spPr>
          <a:xfrm>
            <a:off x="4600576" y="1628775"/>
            <a:ext cx="7200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Tasks can be marked as done by clicking on corresponding checkbox</a:t>
            </a:r>
          </a:p>
        </p:txBody>
      </p:sp>
    </p:spTree>
    <p:extLst>
      <p:ext uri="{BB962C8B-B14F-4D97-AF65-F5344CB8AC3E}">
        <p14:creationId xmlns:p14="http://schemas.microsoft.com/office/powerpoint/2010/main" val="115313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CE3669-2E20-103D-184E-FB76427E5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892" y="206313"/>
            <a:ext cx="3018987" cy="6528775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0CE2662-4B77-B598-12CE-C25C86DFE65D}"/>
              </a:ext>
            </a:extLst>
          </p:cNvPr>
          <p:cNvSpPr txBox="1">
            <a:spLocks/>
          </p:cNvSpPr>
          <p:nvPr/>
        </p:nvSpPr>
        <p:spPr>
          <a:xfrm>
            <a:off x="3561368" y="206313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Editing 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AE75D-578E-0A5E-F567-32A1747E680B}"/>
              </a:ext>
            </a:extLst>
          </p:cNvPr>
          <p:cNvSpPr txBox="1"/>
          <p:nvPr/>
        </p:nvSpPr>
        <p:spPr>
          <a:xfrm>
            <a:off x="4600575" y="1628775"/>
            <a:ext cx="56316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Tasks can be deleted via swapping task to left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Edit task description and due date</a:t>
            </a:r>
          </a:p>
        </p:txBody>
      </p:sp>
    </p:spTree>
    <p:extLst>
      <p:ext uri="{BB962C8B-B14F-4D97-AF65-F5344CB8AC3E}">
        <p14:creationId xmlns:p14="http://schemas.microsoft.com/office/powerpoint/2010/main" val="7201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F880-280A-0C98-368C-CE482E65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368" y="206313"/>
            <a:ext cx="8534400" cy="1507067"/>
          </a:xfrm>
        </p:spPr>
        <p:txBody>
          <a:bodyPr/>
          <a:lstStyle/>
          <a:p>
            <a:r>
              <a:rPr lang="en-US" b="1" dirty="0"/>
              <a:t>Deleting 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CE3669-2E20-103D-184E-FB76427E5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892" y="206313"/>
            <a:ext cx="3018987" cy="6528775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0AE06A-72C2-08E8-24F4-DBC1CAFA933B}"/>
              </a:ext>
            </a:extLst>
          </p:cNvPr>
          <p:cNvSpPr txBox="1"/>
          <p:nvPr/>
        </p:nvSpPr>
        <p:spPr>
          <a:xfrm>
            <a:off x="4600575" y="1628775"/>
            <a:ext cx="57743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Tasks can be deleted via swapping task to right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Pop-up window for confirming task deleting</a:t>
            </a:r>
          </a:p>
        </p:txBody>
      </p:sp>
    </p:spTree>
    <p:extLst>
      <p:ext uri="{BB962C8B-B14F-4D97-AF65-F5344CB8AC3E}">
        <p14:creationId xmlns:p14="http://schemas.microsoft.com/office/powerpoint/2010/main" val="361318600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60</TotalTime>
  <Words>149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Century Gothic</vt:lpstr>
      <vt:lpstr>Wingdings</vt:lpstr>
      <vt:lpstr>Wingdings 3</vt:lpstr>
      <vt:lpstr>Slice</vt:lpstr>
      <vt:lpstr>ToDo List Application for UWC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Deleting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List Application for UWC</dc:title>
  <dc:creator>Sona Khachatryan</dc:creator>
  <cp:lastModifiedBy>Sona Khachatryan</cp:lastModifiedBy>
  <cp:revision>2</cp:revision>
  <dcterms:created xsi:type="dcterms:W3CDTF">2023-10-12T06:53:15Z</dcterms:created>
  <dcterms:modified xsi:type="dcterms:W3CDTF">2023-10-12T07:54:13Z</dcterms:modified>
</cp:coreProperties>
</file>